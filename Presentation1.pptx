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9" r:id="rId5"/>
    <p:sldId id="270" r:id="rId6"/>
    <p:sldId id="271" r:id="rId7"/>
    <p:sldId id="259" r:id="rId8"/>
    <p:sldId id="260" r:id="rId9"/>
    <p:sldId id="262" r:id="rId10"/>
    <p:sldId id="261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044437-92DA-4415-AA4F-3A1B73192777}" v="46" dt="2026-06-05T08:13:21.3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9" d="100"/>
          <a:sy n="89" d="100"/>
        </p:scale>
        <p:origin x="876" y="-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ali B" userId="11c7b624fc2ff169" providerId="LiveId" clId="{B117F42B-6545-4AE0-A0F1-BD82CBE879F9}"/>
    <pc:docChg chg="undo custSel addSld modSld">
      <pc:chgData name="Vaishali B" userId="11c7b624fc2ff169" providerId="LiveId" clId="{B117F42B-6545-4AE0-A0F1-BD82CBE879F9}" dt="2026-06-05T08:21:21.185" v="1110" actId="14100"/>
      <pc:docMkLst>
        <pc:docMk/>
      </pc:docMkLst>
      <pc:sldChg chg="addSp modSp mod">
        <pc:chgData name="Vaishali B" userId="11c7b624fc2ff169" providerId="LiveId" clId="{B117F42B-6545-4AE0-A0F1-BD82CBE879F9}" dt="2026-06-04T06:30:42.722" v="1089" actId="20577"/>
        <pc:sldMkLst>
          <pc:docMk/>
          <pc:sldMk cId="1758935037" sldId="256"/>
        </pc:sldMkLst>
        <pc:spChg chg="mod">
          <ac:chgData name="Vaishali B" userId="11c7b624fc2ff169" providerId="LiveId" clId="{B117F42B-6545-4AE0-A0F1-BD82CBE879F9}" dt="2026-05-30T10:52:08.824" v="168" actId="255"/>
          <ac:spMkLst>
            <pc:docMk/>
            <pc:sldMk cId="1758935037" sldId="256"/>
            <ac:spMk id="2" creationId="{FB8140D1-3A86-84C0-0F01-98121AA534B6}"/>
          </ac:spMkLst>
        </pc:spChg>
        <pc:spChg chg="mod">
          <ac:chgData name="Vaishali B" userId="11c7b624fc2ff169" providerId="LiveId" clId="{B117F42B-6545-4AE0-A0F1-BD82CBE879F9}" dt="2026-05-30T10:53:38.798" v="180" actId="255"/>
          <ac:spMkLst>
            <pc:docMk/>
            <pc:sldMk cId="1758935037" sldId="256"/>
            <ac:spMk id="3" creationId="{70C95165-25A5-52CA-17DD-094371BBBCEF}"/>
          </ac:spMkLst>
        </pc:spChg>
        <pc:spChg chg="add mod">
          <ac:chgData name="Vaishali B" userId="11c7b624fc2ff169" providerId="LiveId" clId="{B117F42B-6545-4AE0-A0F1-BD82CBE879F9}" dt="2026-06-04T06:30:42.722" v="1089" actId="20577"/>
          <ac:spMkLst>
            <pc:docMk/>
            <pc:sldMk cId="1758935037" sldId="256"/>
            <ac:spMk id="4" creationId="{F1A069B4-A987-1CA2-BC69-5858B0231942}"/>
          </ac:spMkLst>
        </pc:spChg>
      </pc:sldChg>
      <pc:sldChg chg="addSp modSp new mod">
        <pc:chgData name="Vaishali B" userId="11c7b624fc2ff169" providerId="LiveId" clId="{B117F42B-6545-4AE0-A0F1-BD82CBE879F9}" dt="2026-06-04T05:47:55.795" v="854" actId="1076"/>
        <pc:sldMkLst>
          <pc:docMk/>
          <pc:sldMk cId="963157089" sldId="257"/>
        </pc:sldMkLst>
        <pc:spChg chg="mod">
          <ac:chgData name="Vaishali B" userId="11c7b624fc2ff169" providerId="LiveId" clId="{B117F42B-6545-4AE0-A0F1-BD82CBE879F9}" dt="2026-05-30T20:55:34.060" v="307" actId="1076"/>
          <ac:spMkLst>
            <pc:docMk/>
            <pc:sldMk cId="963157089" sldId="257"/>
            <ac:spMk id="2" creationId="{A79FB33D-B048-1A1D-0819-96CB8258137D}"/>
          </ac:spMkLst>
        </pc:spChg>
        <pc:spChg chg="mod">
          <ac:chgData name="Vaishali B" userId="11c7b624fc2ff169" providerId="LiveId" clId="{B117F42B-6545-4AE0-A0F1-BD82CBE879F9}" dt="2026-06-04T05:47:55.795" v="854" actId="1076"/>
          <ac:spMkLst>
            <pc:docMk/>
            <pc:sldMk cId="963157089" sldId="257"/>
            <ac:spMk id="3" creationId="{AF0DE20C-70E4-B267-784F-4DAD741BF077}"/>
          </ac:spMkLst>
        </pc:spChg>
        <pc:spChg chg="add mod">
          <ac:chgData name="Vaishali B" userId="11c7b624fc2ff169" providerId="LiveId" clId="{B117F42B-6545-4AE0-A0F1-BD82CBE879F9}" dt="2026-06-04T05:47:45.729" v="852" actId="1076"/>
          <ac:spMkLst>
            <pc:docMk/>
            <pc:sldMk cId="963157089" sldId="257"/>
            <ac:spMk id="4" creationId="{0044F01D-C03C-0AE7-C8AD-4283EE650AFB}"/>
          </ac:spMkLst>
        </pc:spChg>
        <pc:spChg chg="add mod">
          <ac:chgData name="Vaishali B" userId="11c7b624fc2ff169" providerId="LiveId" clId="{B117F42B-6545-4AE0-A0F1-BD82CBE879F9}" dt="2026-06-04T05:47:51.458" v="853" actId="1076"/>
          <ac:spMkLst>
            <pc:docMk/>
            <pc:sldMk cId="963157089" sldId="257"/>
            <ac:spMk id="5" creationId="{02C94FDC-7474-8C82-9D97-C8E938E3E1A9}"/>
          </ac:spMkLst>
        </pc:spChg>
        <pc:spChg chg="add mod">
          <ac:chgData name="Vaishali B" userId="11c7b624fc2ff169" providerId="LiveId" clId="{B117F42B-6545-4AE0-A0F1-BD82CBE879F9}" dt="2026-06-04T05:47:29.422" v="850" actId="1076"/>
          <ac:spMkLst>
            <pc:docMk/>
            <pc:sldMk cId="963157089" sldId="257"/>
            <ac:spMk id="6" creationId="{965A311C-8EA0-92CA-3E8D-49A2329301FB}"/>
          </ac:spMkLst>
        </pc:spChg>
      </pc:sldChg>
      <pc:sldChg chg="addSp delSp modSp new mod">
        <pc:chgData name="Vaishali B" userId="11c7b624fc2ff169" providerId="LiveId" clId="{B117F42B-6545-4AE0-A0F1-BD82CBE879F9}" dt="2026-06-04T06:02:56.322" v="986" actId="14734"/>
        <pc:sldMkLst>
          <pc:docMk/>
          <pc:sldMk cId="861427785" sldId="258"/>
        </pc:sldMkLst>
        <pc:spChg chg="mod">
          <ac:chgData name="Vaishali B" userId="11c7b624fc2ff169" providerId="LiveId" clId="{B117F42B-6545-4AE0-A0F1-BD82CBE879F9}" dt="2026-06-04T05:57:17.621" v="956" actId="1076"/>
          <ac:spMkLst>
            <pc:docMk/>
            <pc:sldMk cId="861427785" sldId="258"/>
            <ac:spMk id="2" creationId="{636B4F8D-A5B2-66E4-FFA6-25261F91C23F}"/>
          </ac:spMkLst>
        </pc:spChg>
        <pc:graphicFrameChg chg="add mod modGraphic">
          <ac:chgData name="Vaishali B" userId="11c7b624fc2ff169" providerId="LiveId" clId="{B117F42B-6545-4AE0-A0F1-BD82CBE879F9}" dt="2026-06-04T06:02:56.322" v="986" actId="14734"/>
          <ac:graphicFrameMkLst>
            <pc:docMk/>
            <pc:sldMk cId="861427785" sldId="258"/>
            <ac:graphicFrameMk id="5" creationId="{F86FE719-6543-B8C7-7166-EE5629138AD1}"/>
          </ac:graphicFrameMkLst>
        </pc:graphicFrameChg>
      </pc:sldChg>
      <pc:sldChg chg="modSp new mod">
        <pc:chgData name="Vaishali B" userId="11c7b624fc2ff169" providerId="LiveId" clId="{B117F42B-6545-4AE0-A0F1-BD82CBE879F9}" dt="2026-06-05T08:14:07.551" v="1106" actId="12"/>
        <pc:sldMkLst>
          <pc:docMk/>
          <pc:sldMk cId="2731119252" sldId="259"/>
        </pc:sldMkLst>
        <pc:spChg chg="mod">
          <ac:chgData name="Vaishali B" userId="11c7b624fc2ff169" providerId="LiveId" clId="{B117F42B-6545-4AE0-A0F1-BD82CBE879F9}" dt="2026-05-31T07:46:02.344" v="442" actId="1076"/>
          <ac:spMkLst>
            <pc:docMk/>
            <pc:sldMk cId="2731119252" sldId="259"/>
            <ac:spMk id="2" creationId="{C2259378-B293-D146-0AAD-C3133AB2DC3A}"/>
          </ac:spMkLst>
        </pc:spChg>
        <pc:spChg chg="mod">
          <ac:chgData name="Vaishali B" userId="11c7b624fc2ff169" providerId="LiveId" clId="{B117F42B-6545-4AE0-A0F1-BD82CBE879F9}" dt="2026-06-05T08:14:07.551" v="1106" actId="12"/>
          <ac:spMkLst>
            <pc:docMk/>
            <pc:sldMk cId="2731119252" sldId="259"/>
            <ac:spMk id="3" creationId="{3A8F72A6-61FA-16BD-010A-046501136F90}"/>
          </ac:spMkLst>
        </pc:spChg>
      </pc:sldChg>
      <pc:sldChg chg="modSp new mod">
        <pc:chgData name="Vaishali B" userId="11c7b624fc2ff169" providerId="LiveId" clId="{B117F42B-6545-4AE0-A0F1-BD82CBE879F9}" dt="2026-06-04T05:46:33.864" v="845" actId="123"/>
        <pc:sldMkLst>
          <pc:docMk/>
          <pc:sldMk cId="1339704250" sldId="260"/>
        </pc:sldMkLst>
        <pc:spChg chg="mod">
          <ac:chgData name="Vaishali B" userId="11c7b624fc2ff169" providerId="LiveId" clId="{B117F42B-6545-4AE0-A0F1-BD82CBE879F9}" dt="2026-05-31T08:07:04.047" v="521" actId="1076"/>
          <ac:spMkLst>
            <pc:docMk/>
            <pc:sldMk cId="1339704250" sldId="260"/>
            <ac:spMk id="2" creationId="{370BD7ED-B65B-C083-931A-76258E7FCD6F}"/>
          </ac:spMkLst>
        </pc:spChg>
        <pc:spChg chg="mod">
          <ac:chgData name="Vaishali B" userId="11c7b624fc2ff169" providerId="LiveId" clId="{B117F42B-6545-4AE0-A0F1-BD82CBE879F9}" dt="2026-06-04T05:46:33.864" v="845" actId="123"/>
          <ac:spMkLst>
            <pc:docMk/>
            <pc:sldMk cId="1339704250" sldId="260"/>
            <ac:spMk id="3" creationId="{D18270EC-DF71-CB9C-5F5E-2958FF9ECA21}"/>
          </ac:spMkLst>
        </pc:spChg>
      </pc:sldChg>
      <pc:sldChg chg="addSp delSp modSp new mod">
        <pc:chgData name="Vaishali B" userId="11c7b624fc2ff169" providerId="LiveId" clId="{B117F42B-6545-4AE0-A0F1-BD82CBE879F9}" dt="2026-06-04T05:37:53.424" v="763" actId="14734"/>
        <pc:sldMkLst>
          <pc:docMk/>
          <pc:sldMk cId="557937845" sldId="261"/>
        </pc:sldMkLst>
        <pc:spChg chg="mod">
          <ac:chgData name="Vaishali B" userId="11c7b624fc2ff169" providerId="LiveId" clId="{B117F42B-6545-4AE0-A0F1-BD82CBE879F9}" dt="2026-05-31T08:15:40.671" v="531" actId="14100"/>
          <ac:spMkLst>
            <pc:docMk/>
            <pc:sldMk cId="557937845" sldId="261"/>
            <ac:spMk id="2" creationId="{9F1BFC3E-F452-B4C4-E2D6-308A4BC156C0}"/>
          </ac:spMkLst>
        </pc:spChg>
        <pc:graphicFrameChg chg="add del">
          <ac:chgData name="Vaishali B" userId="11c7b624fc2ff169" providerId="LiveId" clId="{B117F42B-6545-4AE0-A0F1-BD82CBE879F9}" dt="2026-06-04T05:27:22.180" v="705" actId="21"/>
          <ac:graphicFrameMkLst>
            <pc:docMk/>
            <pc:sldMk cId="557937845" sldId="261"/>
            <ac:graphicFrameMk id="3" creationId="{A8E80084-E0F1-24CF-B6A8-89E715E2AE52}"/>
          </ac:graphicFrameMkLst>
        </pc:graphicFrameChg>
        <pc:graphicFrameChg chg="add del mod modGraphic">
          <ac:chgData name="Vaishali B" userId="11c7b624fc2ff169" providerId="LiveId" clId="{B117F42B-6545-4AE0-A0F1-BD82CBE879F9}" dt="2026-06-04T05:25:15.706" v="699" actId="21"/>
          <ac:graphicFrameMkLst>
            <pc:docMk/>
            <pc:sldMk cId="557937845" sldId="261"/>
            <ac:graphicFrameMk id="4" creationId="{BE8294DE-8F73-E324-782F-A31C5C82AE51}"/>
          </ac:graphicFrameMkLst>
        </pc:graphicFrameChg>
        <pc:graphicFrameChg chg="add mod modGraphic">
          <ac:chgData name="Vaishali B" userId="11c7b624fc2ff169" providerId="LiveId" clId="{B117F42B-6545-4AE0-A0F1-BD82CBE879F9}" dt="2026-06-04T05:37:53.424" v="763" actId="14734"/>
          <ac:graphicFrameMkLst>
            <pc:docMk/>
            <pc:sldMk cId="557937845" sldId="261"/>
            <ac:graphicFrameMk id="5" creationId="{3974E55C-4F0A-4CAE-9256-A82CD0446AD3}"/>
          </ac:graphicFrameMkLst>
        </pc:graphicFrameChg>
      </pc:sldChg>
      <pc:sldChg chg="addSp delSp modSp new mod">
        <pc:chgData name="Vaishali B" userId="11c7b624fc2ff169" providerId="LiveId" clId="{B117F42B-6545-4AE0-A0F1-BD82CBE879F9}" dt="2026-06-05T08:21:21.185" v="1110" actId="14100"/>
        <pc:sldMkLst>
          <pc:docMk/>
          <pc:sldMk cId="1000583139" sldId="262"/>
        </pc:sldMkLst>
        <pc:spChg chg="mod">
          <ac:chgData name="Vaishali B" userId="11c7b624fc2ff169" providerId="LiveId" clId="{B117F42B-6545-4AE0-A0F1-BD82CBE879F9}" dt="2026-05-31T19:26:25.907" v="567" actId="27636"/>
          <ac:spMkLst>
            <pc:docMk/>
            <pc:sldMk cId="1000583139" sldId="262"/>
            <ac:spMk id="2" creationId="{9297C178-520F-601E-FA5D-F9337DD0FB94}"/>
          </ac:spMkLst>
        </pc:spChg>
        <pc:picChg chg="add mod">
          <ac:chgData name="Vaishali B" userId="11c7b624fc2ff169" providerId="LiveId" clId="{B117F42B-6545-4AE0-A0F1-BD82CBE879F9}" dt="2026-06-05T08:21:21.185" v="1110" actId="14100"/>
          <ac:picMkLst>
            <pc:docMk/>
            <pc:sldMk cId="1000583139" sldId="262"/>
            <ac:picMk id="4" creationId="{AE8A8FEB-6AC7-77C1-8D81-636AAC95EF7C}"/>
          </ac:picMkLst>
        </pc:picChg>
        <pc:picChg chg="add del mod">
          <ac:chgData name="Vaishali B" userId="11c7b624fc2ff169" providerId="LiveId" clId="{B117F42B-6545-4AE0-A0F1-BD82CBE879F9}" dt="2026-06-05T07:58:51.191" v="1090" actId="21"/>
          <ac:picMkLst>
            <pc:docMk/>
            <pc:sldMk cId="1000583139" sldId="262"/>
            <ac:picMk id="5" creationId="{8A56DA13-12C5-9D51-BA74-0FE4A2D01F5C}"/>
          </ac:picMkLst>
        </pc:picChg>
      </pc:sldChg>
      <pc:sldChg chg="modSp new mod">
        <pc:chgData name="Vaishali B" userId="11c7b624fc2ff169" providerId="LiveId" clId="{B117F42B-6545-4AE0-A0F1-BD82CBE879F9}" dt="2026-06-04T05:46:13.758" v="842" actId="123"/>
        <pc:sldMkLst>
          <pc:docMk/>
          <pc:sldMk cId="4100015132" sldId="263"/>
        </pc:sldMkLst>
        <pc:spChg chg="mod">
          <ac:chgData name="Vaishali B" userId="11c7b624fc2ff169" providerId="LiveId" clId="{B117F42B-6545-4AE0-A0F1-BD82CBE879F9}" dt="2026-05-31T20:05:35.205" v="629" actId="1076"/>
          <ac:spMkLst>
            <pc:docMk/>
            <pc:sldMk cId="4100015132" sldId="263"/>
            <ac:spMk id="2" creationId="{9F303468-BBCA-9F70-A5EA-EF8A29CAC507}"/>
          </ac:spMkLst>
        </pc:spChg>
        <pc:spChg chg="mod">
          <ac:chgData name="Vaishali B" userId="11c7b624fc2ff169" providerId="LiveId" clId="{B117F42B-6545-4AE0-A0F1-BD82CBE879F9}" dt="2026-06-04T05:46:13.758" v="842" actId="123"/>
          <ac:spMkLst>
            <pc:docMk/>
            <pc:sldMk cId="4100015132" sldId="263"/>
            <ac:spMk id="3" creationId="{9C105B5A-ABAC-8E6F-6A3A-CD13AF84448F}"/>
          </ac:spMkLst>
        </pc:spChg>
      </pc:sldChg>
      <pc:sldChg chg="modSp new mod">
        <pc:chgData name="Vaishali B" userId="11c7b624fc2ff169" providerId="LiveId" clId="{B117F42B-6545-4AE0-A0F1-BD82CBE879F9}" dt="2026-06-04T05:46:26.227" v="844" actId="14100"/>
        <pc:sldMkLst>
          <pc:docMk/>
          <pc:sldMk cId="526006796" sldId="264"/>
        </pc:sldMkLst>
        <pc:spChg chg="mod">
          <ac:chgData name="Vaishali B" userId="11c7b624fc2ff169" providerId="LiveId" clId="{B117F42B-6545-4AE0-A0F1-BD82CBE879F9}" dt="2026-05-31T20:21:11.700" v="689" actId="1076"/>
          <ac:spMkLst>
            <pc:docMk/>
            <pc:sldMk cId="526006796" sldId="264"/>
            <ac:spMk id="2" creationId="{B53CB049-B5AA-1A1C-CE10-E83EE6F56E6B}"/>
          </ac:spMkLst>
        </pc:spChg>
        <pc:spChg chg="mod">
          <ac:chgData name="Vaishali B" userId="11c7b624fc2ff169" providerId="LiveId" clId="{B117F42B-6545-4AE0-A0F1-BD82CBE879F9}" dt="2026-06-04T05:46:26.227" v="844" actId="14100"/>
          <ac:spMkLst>
            <pc:docMk/>
            <pc:sldMk cId="526006796" sldId="264"/>
            <ac:spMk id="3" creationId="{D087CA36-CF68-DFF5-CB27-EA65BBD01A69}"/>
          </ac:spMkLst>
        </pc:spChg>
      </pc:sldChg>
      <pc:sldChg chg="modSp new mod">
        <pc:chgData name="Vaishali B" userId="11c7b624fc2ff169" providerId="LiveId" clId="{B117F42B-6545-4AE0-A0F1-BD82CBE879F9}" dt="2026-06-04T05:44:51.527" v="825" actId="14100"/>
        <pc:sldMkLst>
          <pc:docMk/>
          <pc:sldMk cId="679878899" sldId="265"/>
        </pc:sldMkLst>
        <pc:spChg chg="mod">
          <ac:chgData name="Vaishali B" userId="11c7b624fc2ff169" providerId="LiveId" clId="{B117F42B-6545-4AE0-A0F1-BD82CBE879F9}" dt="2026-06-04T05:44:33.540" v="823" actId="1076"/>
          <ac:spMkLst>
            <pc:docMk/>
            <pc:sldMk cId="679878899" sldId="265"/>
            <ac:spMk id="2" creationId="{1F8BF196-913A-D833-F7C4-32FEDA180BB7}"/>
          </ac:spMkLst>
        </pc:spChg>
        <pc:spChg chg="mod">
          <ac:chgData name="Vaishali B" userId="11c7b624fc2ff169" providerId="LiveId" clId="{B117F42B-6545-4AE0-A0F1-BD82CBE879F9}" dt="2026-06-04T05:44:51.527" v="825" actId="14100"/>
          <ac:spMkLst>
            <pc:docMk/>
            <pc:sldMk cId="679878899" sldId="265"/>
            <ac:spMk id="3" creationId="{F2AE61AD-47CE-BF78-9FAB-4AFC6B46161B}"/>
          </ac:spMkLst>
        </pc:spChg>
      </pc:sldChg>
      <pc:sldChg chg="delSp modSp new mod">
        <pc:chgData name="Vaishali B" userId="11c7b624fc2ff169" providerId="LiveId" clId="{B117F42B-6545-4AE0-A0F1-BD82CBE879F9}" dt="2026-06-04T05:46:06.565" v="841" actId="123"/>
        <pc:sldMkLst>
          <pc:docMk/>
          <pc:sldMk cId="3474318999" sldId="266"/>
        </pc:sldMkLst>
        <pc:spChg chg="del">
          <ac:chgData name="Vaishali B" userId="11c7b624fc2ff169" providerId="LiveId" clId="{B117F42B-6545-4AE0-A0F1-BD82CBE879F9}" dt="2026-06-04T05:40:13.254" v="788" actId="21"/>
          <ac:spMkLst>
            <pc:docMk/>
            <pc:sldMk cId="3474318999" sldId="266"/>
            <ac:spMk id="2" creationId="{EC03D2DF-2E5B-1062-B759-A8A36764CD0B}"/>
          </ac:spMkLst>
        </pc:spChg>
        <pc:spChg chg="mod">
          <ac:chgData name="Vaishali B" userId="11c7b624fc2ff169" providerId="LiveId" clId="{B117F42B-6545-4AE0-A0F1-BD82CBE879F9}" dt="2026-06-04T05:46:06.565" v="841" actId="123"/>
          <ac:spMkLst>
            <pc:docMk/>
            <pc:sldMk cId="3474318999" sldId="266"/>
            <ac:spMk id="3" creationId="{5BA720FE-9FB7-9F25-5F2F-9916E17832F1}"/>
          </ac:spMkLst>
        </pc:spChg>
      </pc:sldChg>
      <pc:sldChg chg="modSp new mod">
        <pc:chgData name="Vaishali B" userId="11c7b624fc2ff169" providerId="LiveId" clId="{B117F42B-6545-4AE0-A0F1-BD82CBE879F9}" dt="2026-06-04T05:51:57.054" v="934" actId="123"/>
        <pc:sldMkLst>
          <pc:docMk/>
          <pc:sldMk cId="2663241196" sldId="267"/>
        </pc:sldMkLst>
        <pc:spChg chg="mod">
          <ac:chgData name="Vaishali B" userId="11c7b624fc2ff169" providerId="LiveId" clId="{B117F42B-6545-4AE0-A0F1-BD82CBE879F9}" dt="2026-06-04T05:51:27.141" v="933" actId="1076"/>
          <ac:spMkLst>
            <pc:docMk/>
            <pc:sldMk cId="2663241196" sldId="267"/>
            <ac:spMk id="2" creationId="{BFD4854C-225E-096B-974F-5C4FC4F4D75E}"/>
          </ac:spMkLst>
        </pc:spChg>
        <pc:spChg chg="mod">
          <ac:chgData name="Vaishali B" userId="11c7b624fc2ff169" providerId="LiveId" clId="{B117F42B-6545-4AE0-A0F1-BD82CBE879F9}" dt="2026-06-04T05:51:57.054" v="934" actId="123"/>
          <ac:spMkLst>
            <pc:docMk/>
            <pc:sldMk cId="2663241196" sldId="267"/>
            <ac:spMk id="3" creationId="{C53A4278-2999-894C-CB64-8F7C7523258A}"/>
          </ac:spMkLst>
        </pc:spChg>
      </pc:sldChg>
      <pc:sldChg chg="delSp modSp new mod">
        <pc:chgData name="Vaishali B" userId="11c7b624fc2ff169" providerId="LiveId" clId="{B117F42B-6545-4AE0-A0F1-BD82CBE879F9}" dt="2026-06-04T05:53:15.744" v="953" actId="1076"/>
        <pc:sldMkLst>
          <pc:docMk/>
          <pc:sldMk cId="3880229137" sldId="268"/>
        </pc:sldMkLst>
        <pc:spChg chg="mod">
          <ac:chgData name="Vaishali B" userId="11c7b624fc2ff169" providerId="LiveId" clId="{B117F42B-6545-4AE0-A0F1-BD82CBE879F9}" dt="2026-06-04T05:53:15.744" v="953" actId="1076"/>
          <ac:spMkLst>
            <pc:docMk/>
            <pc:sldMk cId="3880229137" sldId="268"/>
            <ac:spMk id="2" creationId="{77335C44-2560-C0F0-D8B1-38E24B49D383}"/>
          </ac:spMkLst>
        </pc:spChg>
        <pc:spChg chg="del">
          <ac:chgData name="Vaishali B" userId="11c7b624fc2ff169" providerId="LiveId" clId="{B117F42B-6545-4AE0-A0F1-BD82CBE879F9}" dt="2026-06-04T05:52:29.922" v="936" actId="21"/>
          <ac:spMkLst>
            <pc:docMk/>
            <pc:sldMk cId="3880229137" sldId="268"/>
            <ac:spMk id="3" creationId="{B3518316-1397-DEF6-88BA-645D64F11341}"/>
          </ac:spMkLst>
        </pc:spChg>
      </pc:sldChg>
      <pc:sldChg chg="addSp delSp modSp new mod">
        <pc:chgData name="Vaishali B" userId="11c7b624fc2ff169" providerId="LiveId" clId="{B117F42B-6545-4AE0-A0F1-BD82CBE879F9}" dt="2026-06-04T06:08:16.177" v="1012" actId="14100"/>
        <pc:sldMkLst>
          <pc:docMk/>
          <pc:sldMk cId="2317984776" sldId="269"/>
        </pc:sldMkLst>
        <pc:spChg chg="del">
          <ac:chgData name="Vaishali B" userId="11c7b624fc2ff169" providerId="LiveId" clId="{B117F42B-6545-4AE0-A0F1-BD82CBE879F9}" dt="2026-06-04T05:57:51.958" v="961" actId="21"/>
          <ac:spMkLst>
            <pc:docMk/>
            <pc:sldMk cId="2317984776" sldId="269"/>
            <ac:spMk id="2" creationId="{94850418-192F-169E-9693-8A6222CA4C47}"/>
          </ac:spMkLst>
        </pc:spChg>
        <pc:spChg chg="del mod">
          <ac:chgData name="Vaishali B" userId="11c7b624fc2ff169" providerId="LiveId" clId="{B117F42B-6545-4AE0-A0F1-BD82CBE879F9}" dt="2026-06-04T06:03:34.390" v="987" actId="3680"/>
          <ac:spMkLst>
            <pc:docMk/>
            <pc:sldMk cId="2317984776" sldId="269"/>
            <ac:spMk id="3" creationId="{84E7B139-15FF-368B-5282-334C83CA19CD}"/>
          </ac:spMkLst>
        </pc:spChg>
        <pc:graphicFrameChg chg="add mod ord modGraphic">
          <ac:chgData name="Vaishali B" userId="11c7b624fc2ff169" providerId="LiveId" clId="{B117F42B-6545-4AE0-A0F1-BD82CBE879F9}" dt="2026-06-04T06:08:16.177" v="1012" actId="14100"/>
          <ac:graphicFrameMkLst>
            <pc:docMk/>
            <pc:sldMk cId="2317984776" sldId="269"/>
            <ac:graphicFrameMk id="4" creationId="{94234B07-EE85-A9DF-DD02-44BEBEA04D80}"/>
          </ac:graphicFrameMkLst>
        </pc:graphicFrameChg>
      </pc:sldChg>
      <pc:sldChg chg="addSp delSp modSp new mod">
        <pc:chgData name="Vaishali B" userId="11c7b624fc2ff169" providerId="LiveId" clId="{B117F42B-6545-4AE0-A0F1-BD82CBE879F9}" dt="2026-06-04T06:12:21.489" v="1040" actId="14734"/>
        <pc:sldMkLst>
          <pc:docMk/>
          <pc:sldMk cId="573856138" sldId="270"/>
        </pc:sldMkLst>
        <pc:spChg chg="del">
          <ac:chgData name="Vaishali B" userId="11c7b624fc2ff169" providerId="LiveId" clId="{B117F42B-6545-4AE0-A0F1-BD82CBE879F9}" dt="2026-06-04T06:08:44.396" v="1014" actId="21"/>
          <ac:spMkLst>
            <pc:docMk/>
            <pc:sldMk cId="573856138" sldId="270"/>
            <ac:spMk id="2" creationId="{93102F8F-6D15-8F2B-F2C4-904CC46E63A4}"/>
          </ac:spMkLst>
        </pc:spChg>
        <pc:spChg chg="del">
          <ac:chgData name="Vaishali B" userId="11c7b624fc2ff169" providerId="LiveId" clId="{B117F42B-6545-4AE0-A0F1-BD82CBE879F9}" dt="2026-06-04T06:09:00.948" v="1015" actId="3680"/>
          <ac:spMkLst>
            <pc:docMk/>
            <pc:sldMk cId="573856138" sldId="270"/>
            <ac:spMk id="3" creationId="{2806E9CC-AE40-044C-CE26-33B44CE937B5}"/>
          </ac:spMkLst>
        </pc:spChg>
        <pc:spChg chg="add del mod">
          <ac:chgData name="Vaishali B" userId="11c7b624fc2ff169" providerId="LiveId" clId="{B117F42B-6545-4AE0-A0F1-BD82CBE879F9}" dt="2026-06-04T06:09:15.306" v="1017" actId="3680"/>
          <ac:spMkLst>
            <pc:docMk/>
            <pc:sldMk cId="573856138" sldId="270"/>
            <ac:spMk id="6" creationId="{F5B852D4-5E1D-A9EA-C08D-8388C96330F3}"/>
          </ac:spMkLst>
        </pc:spChg>
        <pc:graphicFrameChg chg="add del mod ord modGraphic">
          <ac:chgData name="Vaishali B" userId="11c7b624fc2ff169" providerId="LiveId" clId="{B117F42B-6545-4AE0-A0F1-BD82CBE879F9}" dt="2026-06-04T06:09:06.986" v="1016" actId="21"/>
          <ac:graphicFrameMkLst>
            <pc:docMk/>
            <pc:sldMk cId="573856138" sldId="270"/>
            <ac:graphicFrameMk id="4" creationId="{D41B8CAD-2711-D68E-E4BB-8DAE28492148}"/>
          </ac:graphicFrameMkLst>
        </pc:graphicFrameChg>
        <pc:graphicFrameChg chg="add mod ord modGraphic">
          <ac:chgData name="Vaishali B" userId="11c7b624fc2ff169" providerId="LiveId" clId="{B117F42B-6545-4AE0-A0F1-BD82CBE879F9}" dt="2026-06-04T06:12:21.489" v="1040" actId="14734"/>
          <ac:graphicFrameMkLst>
            <pc:docMk/>
            <pc:sldMk cId="573856138" sldId="270"/>
            <ac:graphicFrameMk id="7" creationId="{7E2DAEA8-2CEA-6168-69AB-48F549F77EF5}"/>
          </ac:graphicFrameMkLst>
        </pc:graphicFrameChg>
      </pc:sldChg>
      <pc:sldChg chg="addSp delSp modSp new mod">
        <pc:chgData name="Vaishali B" userId="11c7b624fc2ff169" providerId="LiveId" clId="{B117F42B-6545-4AE0-A0F1-BD82CBE879F9}" dt="2026-06-04T06:30:02.085" v="1083" actId="14734"/>
        <pc:sldMkLst>
          <pc:docMk/>
          <pc:sldMk cId="10080416" sldId="271"/>
        </pc:sldMkLst>
        <pc:spChg chg="mod">
          <ac:chgData name="Vaishali B" userId="11c7b624fc2ff169" providerId="LiveId" clId="{B117F42B-6545-4AE0-A0F1-BD82CBE879F9}" dt="2026-06-04T06:29:03.587" v="1076" actId="1076"/>
          <ac:spMkLst>
            <pc:docMk/>
            <pc:sldMk cId="10080416" sldId="271"/>
            <ac:spMk id="2" creationId="{4BE4ACA9-4619-EE0D-3591-C68F92D78552}"/>
          </ac:spMkLst>
        </pc:spChg>
        <pc:spChg chg="del">
          <ac:chgData name="Vaishali B" userId="11c7b624fc2ff169" providerId="LiveId" clId="{B117F42B-6545-4AE0-A0F1-BD82CBE879F9}" dt="2026-06-04T06:14:57.788" v="1046" actId="3680"/>
          <ac:spMkLst>
            <pc:docMk/>
            <pc:sldMk cId="10080416" sldId="271"/>
            <ac:spMk id="3" creationId="{3D412A25-4AA3-224A-615C-DA3DBAEFC071}"/>
          </ac:spMkLst>
        </pc:spChg>
        <pc:spChg chg="add del mod">
          <ac:chgData name="Vaishali B" userId="11c7b624fc2ff169" providerId="LiveId" clId="{B117F42B-6545-4AE0-A0F1-BD82CBE879F9}" dt="2026-06-04T06:17:26.736" v="1062" actId="3680"/>
          <ac:spMkLst>
            <pc:docMk/>
            <pc:sldMk cId="10080416" sldId="271"/>
            <ac:spMk id="6" creationId="{6E6E1EFB-F121-6251-019C-BC720BC5A75A}"/>
          </ac:spMkLst>
        </pc:spChg>
        <pc:graphicFrameChg chg="add del mod ord modGraphic">
          <ac:chgData name="Vaishali B" userId="11c7b624fc2ff169" providerId="LiveId" clId="{B117F42B-6545-4AE0-A0F1-BD82CBE879F9}" dt="2026-06-04T06:17:17.237" v="1061" actId="21"/>
          <ac:graphicFrameMkLst>
            <pc:docMk/>
            <pc:sldMk cId="10080416" sldId="271"/>
            <ac:graphicFrameMk id="4" creationId="{DB889B1E-AC7A-BF59-5968-0CFDE37B10D0}"/>
          </ac:graphicFrameMkLst>
        </pc:graphicFrameChg>
        <pc:graphicFrameChg chg="add mod ord modGraphic">
          <ac:chgData name="Vaishali B" userId="11c7b624fc2ff169" providerId="LiveId" clId="{B117F42B-6545-4AE0-A0F1-BD82CBE879F9}" dt="2026-06-04T06:30:02.085" v="1083" actId="14734"/>
          <ac:graphicFrameMkLst>
            <pc:docMk/>
            <pc:sldMk cId="10080416" sldId="271"/>
            <ac:graphicFrameMk id="7" creationId="{154F4004-4065-5D45-5E05-820B304C544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2A05E7-3A72-4FCF-A3D5-9C5CF9C32C6A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27940D-618E-430A-A95C-4C4A37222F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100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27940D-618E-430A-A95C-4C4A37222F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013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0F919-9176-600C-3B7D-EB24DA94A7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64A23C-E7B0-6841-9E60-7B37EB4BD8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132CA-F6CB-5D90-C2E1-40EE09355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22691-3D81-45DC-B118-47EF18E31E18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AFD42-D1DB-3390-D4EF-FBEF3A3F1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18087-B6C3-6007-9270-1C294B058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3E627-5A28-4EA3-98E6-866D88A69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039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1E370-4915-490C-8304-EF313ACC0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884DE-89C2-DE52-8D70-797CD5D43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7351B-A588-5997-598E-71B21A583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22691-3D81-45DC-B118-47EF18E31E18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17C88-6340-063A-332C-C63FC72DD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2D76B-16C4-5BD9-E761-E1B2DABC2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3E627-5A28-4EA3-98E6-866D88A69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306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D1144-3514-A3DA-B546-F51AF6907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2EAA9-D2ED-303C-7F29-0665BCC44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92069-39AA-A950-6380-99660745D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22691-3D81-45DC-B118-47EF18E31E18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3B284-B0AE-FE03-3BBB-9B55A8F32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B5B1B-A244-8E83-1EDC-24FC2EBED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3E627-5A28-4EA3-98E6-866D88A69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868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6189D-48F7-4E7A-23A5-DFA096A71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B4250-0803-E7ED-0072-633D7CE682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1455B2-83A9-5BC1-4F02-14941AE5AE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957CD0-1861-5DF1-ACF4-9BB33555E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22691-3D81-45DC-B118-47EF18E31E18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B7234-7374-6EF2-615B-FDA19C5B9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D6BF0-E25B-062F-29A6-0FF323A48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3E627-5A28-4EA3-98E6-866D88A69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716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CC440-77BD-F912-0452-9002D1FF2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91C3D-73A0-D6E3-84BE-050D5C12D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F6194E-6CD9-3EC8-F64D-A648CAED88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9CDD12-5B01-D747-877F-3F6372A75D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67F87C-CC1D-ABF7-754A-9C587F93F6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EEE4E7-2BFD-6029-C2D7-27C2EE05C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22691-3D81-45DC-B118-47EF18E31E18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7332CC-8B69-FFDF-C5D5-D3F312C1A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51F667-81B6-E4CF-2CA3-BEA2CEC81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3E627-5A28-4EA3-98E6-866D88A69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851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87929-EF45-FE1C-7701-6501A2EDF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744D95-775C-3245-5485-9F985FABC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22691-3D81-45DC-B118-47EF18E31E18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B4FBCF-B2D5-611C-18AE-CEA21C15C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BFBC36-2AF1-4D30-5171-F1C3F6158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3E627-5A28-4EA3-98E6-866D88A69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202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E6C48C-1BCE-1058-E2B8-FB604A344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22691-3D81-45DC-B118-47EF18E31E18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449110-9356-A8FA-0DA8-FFE34A384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5F8D39-F167-2DC3-C5F9-1B53330CD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3E627-5A28-4EA3-98E6-866D88A69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771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AF940-A868-A313-0F82-4E702876F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C6DD5-D9F3-C777-323F-93B4266DD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4A93F0-5E16-1EC8-32E8-7B137DF26A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23BEE-7FD0-EFBD-A61A-CA716C286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22691-3D81-45DC-B118-47EF18E31E18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34AF7F-FDF5-87CF-1DC7-806A6D22B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2CEB6-F2E4-269C-D647-226FB2158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3E627-5A28-4EA3-98E6-866D88A69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052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752E2-5882-966D-9B08-B82B14AA5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2E9F02-7AE9-3521-90FA-522B8D182B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85D113-BB80-0344-D804-F43392B07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EBC28-0947-4587-A2DF-950DF8F55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22691-3D81-45DC-B118-47EF18E31E18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C2B481-6324-E2CD-DBF3-C6DB466B4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B74C5-9C59-B4A1-0B33-E143A560B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3E627-5A28-4EA3-98E6-866D88A69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115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7E1C1-3A39-78C1-EE05-F44A7982B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A9484D-6E12-40BF-FC35-4AA582D045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A9E13-6425-012F-F3CE-0FC07728B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22691-3D81-45DC-B118-47EF18E31E18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A7786-0AF8-EFE1-B58A-DA40BA370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D8CBC-CFC4-615C-A629-BE109E43C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3E627-5A28-4EA3-98E6-866D88A69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311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9DCF1B-CE43-1BDB-BF49-76B86F58D5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ED261-01C7-F144-6C2C-0D0B2773CC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FAF98-F8F0-932D-BDC9-6E5286F0A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22691-3D81-45DC-B118-47EF18E31E18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F234D-1C97-1DF4-53F4-8C4852345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F80E6-5B7F-1F76-B95F-94EFE8EB1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3E627-5A28-4EA3-98E6-866D88A69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350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4ABCF7-30CA-BAAC-49F4-7E7DF3554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52854-6CAC-1236-F4C4-7D1927226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C94BB-9D6E-3E23-774F-3271B25C36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222691-3D81-45DC-B118-47EF18E31E18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8D578-C65B-C546-DE31-9C0E53EC7E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8B490-D0F4-1B34-C113-4C533F1F78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D3E627-5A28-4EA3-98E6-866D88A69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121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140D1-3A86-84C0-0F01-98121AA534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36751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ML-Based Network Intrusion Detection System</a:t>
            </a:r>
            <a:b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dirty="0"/>
            </a:b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CYB23IN201 Internship –II</a:t>
            </a:r>
            <a:b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200" dirty="0"/>
            </a:b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Review</a:t>
            </a:r>
            <a:b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05/06/2026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C95165-25A5-52CA-17DD-094371BBBC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3069" y="4618038"/>
            <a:ext cx="3443287" cy="1225550"/>
          </a:xfrm>
        </p:spPr>
        <p:txBody>
          <a:bodyPr>
            <a:normAutofit/>
          </a:bodyPr>
          <a:lstStyle/>
          <a:p>
            <a:pPr algn="l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 Vaishali. B</a:t>
            </a:r>
          </a:p>
          <a:p>
            <a:pPr algn="l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Id: E0224009</a:t>
            </a:r>
            <a:br>
              <a:rPr lang="en-IN" dirty="0"/>
            </a:br>
            <a:endParaRPr lang="en-IN" dirty="0"/>
          </a:p>
        </p:txBody>
      </p:sp>
      <p:pic>
        <p:nvPicPr>
          <p:cNvPr id="7" name="Picture 6" descr="Text  Description automatically generated">
            <a:extLst>
              <a:ext uri="{FF2B5EF4-FFF2-40B4-BE49-F238E27FC236}">
                <a16:creationId xmlns:a16="http://schemas.microsoft.com/office/drawing/2014/main" id="{68B8A24C-B141-F15B-446F-FD872F80D2E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226219"/>
            <a:ext cx="9725025" cy="124539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A069B4-A987-1CA2-BC69-5858B0231942}"/>
              </a:ext>
            </a:extLst>
          </p:cNvPr>
          <p:cNvSpPr txBox="1"/>
          <p:nvPr/>
        </p:nvSpPr>
        <p:spPr>
          <a:xfrm>
            <a:off x="8008143" y="4514910"/>
            <a:ext cx="3190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Name: Dr. Surya. S</a:t>
            </a:r>
          </a:p>
        </p:txBody>
      </p:sp>
    </p:spTree>
    <p:extLst>
      <p:ext uri="{BB962C8B-B14F-4D97-AF65-F5344CB8AC3E}">
        <p14:creationId xmlns:p14="http://schemas.microsoft.com/office/powerpoint/2010/main" val="1758935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FB33D-B048-1A1D-0819-96CB82581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8419"/>
            <a:ext cx="9144000" cy="542925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</a:t>
            </a:r>
            <a:endParaRPr lang="en-IN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0DE20C-70E4-B267-784F-4DAD741BF0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8074" y="674048"/>
            <a:ext cx="9261475" cy="1473200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100000"/>
              </a:lnSpc>
            </a:pPr>
            <a:r>
              <a:rPr lang="en-IN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for the Technology: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log analysis is time-consuming and requires expert knowledge.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models can detect patterns in large traffic data that humans cannot spot easily. 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can explain alerts in plain English, making it usable by non-experts too.</a:t>
            </a:r>
            <a:endParaRPr lang="en-IN" sz="1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44F01D-C03C-0AE7-C8AD-4283EE650AFB}"/>
              </a:ext>
            </a:extLst>
          </p:cNvPr>
          <p:cNvSpPr txBox="1"/>
          <p:nvPr/>
        </p:nvSpPr>
        <p:spPr>
          <a:xfrm>
            <a:off x="1108074" y="2427684"/>
            <a:ext cx="92614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security monitoring in organizations and data centers.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 (Security Operations Center) alert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infrastructure threat detection.</a:t>
            </a: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C94FDC-7474-8C82-9D97-C8E938E3E1A9}"/>
              </a:ext>
            </a:extLst>
          </p:cNvPr>
          <p:cNvSpPr txBox="1"/>
          <p:nvPr/>
        </p:nvSpPr>
        <p:spPr>
          <a:xfrm>
            <a:off x="1108074" y="3908449"/>
            <a:ext cx="92614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Motivation behind the study: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 attacks on networks are increasing every year and cause major damage to organizations.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rule-based systems cannot detect new or unknown attack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growing need for smarter, automated detection systems that can adapt.</a:t>
            </a:r>
            <a:endParaRPr lang="en-GB" b="1" dirty="0">
              <a:solidFill>
                <a:srgbClr val="C00000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5A311C-8EA0-92CA-3E8D-49A2329301FB}"/>
              </a:ext>
            </a:extLst>
          </p:cNvPr>
          <p:cNvSpPr txBox="1"/>
          <p:nvPr/>
        </p:nvSpPr>
        <p:spPr>
          <a:xfrm>
            <a:off x="1108074" y="5389214"/>
            <a:ext cx="98583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Challenges to be addressed: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class imbalance in network traffic datasets.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ML models explainable and not just a black box.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multiple modules (ML + SHAP + LLM) into one working system.</a:t>
            </a:r>
            <a:endParaRPr lang="en-GB" b="1" dirty="0">
              <a:solidFill>
                <a:srgbClr val="C00000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157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B4F8D-A5B2-66E4-FFA6-25261F91C2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930"/>
            <a:ext cx="9144000" cy="515937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OF LITERATURE  (Minimum 15 Works) </a:t>
            </a:r>
            <a:endParaRPr lang="en-IN" sz="2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86FE719-6543-B8C7-7166-EE5629138A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196856"/>
              </p:ext>
            </p:extLst>
          </p:nvPr>
        </p:nvGraphicFramePr>
        <p:xfrm>
          <a:off x="185738" y="478631"/>
          <a:ext cx="11822904" cy="61645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35943">
                  <a:extLst>
                    <a:ext uri="{9D8B030D-6E8A-4147-A177-3AD203B41FA5}">
                      <a16:colId xmlns:a16="http://schemas.microsoft.com/office/drawing/2014/main" val="1082020954"/>
                    </a:ext>
                  </a:extLst>
                </a:gridCol>
                <a:gridCol w="2336007">
                  <a:extLst>
                    <a:ext uri="{9D8B030D-6E8A-4147-A177-3AD203B41FA5}">
                      <a16:colId xmlns:a16="http://schemas.microsoft.com/office/drawing/2014/main" val="3451447332"/>
                    </a:ext>
                  </a:extLst>
                </a:gridCol>
                <a:gridCol w="1372271">
                  <a:extLst>
                    <a:ext uri="{9D8B030D-6E8A-4147-A177-3AD203B41FA5}">
                      <a16:colId xmlns:a16="http://schemas.microsoft.com/office/drawing/2014/main" val="114904063"/>
                    </a:ext>
                  </a:extLst>
                </a:gridCol>
                <a:gridCol w="2206747">
                  <a:extLst>
                    <a:ext uri="{9D8B030D-6E8A-4147-A177-3AD203B41FA5}">
                      <a16:colId xmlns:a16="http://schemas.microsoft.com/office/drawing/2014/main" val="325835715"/>
                    </a:ext>
                  </a:extLst>
                </a:gridCol>
                <a:gridCol w="2101452">
                  <a:extLst>
                    <a:ext uri="{9D8B030D-6E8A-4147-A177-3AD203B41FA5}">
                      <a16:colId xmlns:a16="http://schemas.microsoft.com/office/drawing/2014/main" val="2236424644"/>
                    </a:ext>
                  </a:extLst>
                </a:gridCol>
                <a:gridCol w="1970484">
                  <a:extLst>
                    <a:ext uri="{9D8B030D-6E8A-4147-A177-3AD203B41FA5}">
                      <a16:colId xmlns:a16="http://schemas.microsoft.com/office/drawing/2014/main" val="3576182300"/>
                    </a:ext>
                  </a:extLst>
                </a:gridCol>
              </a:tblGrid>
              <a:tr h="673199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Times New Roman" pitchFamily="18" charset="0"/>
                          <a:cs typeface="Times New Roman" pitchFamily="18" charset="0"/>
                        </a:rPr>
                        <a:t>Author</a:t>
                      </a:r>
                      <a:r>
                        <a:rPr lang="en-IN" sz="1800" b="1" baseline="0" dirty="0">
                          <a:latin typeface="Times New Roman" pitchFamily="18" charset="0"/>
                          <a:cs typeface="Times New Roman" pitchFamily="18" charset="0"/>
                        </a:rPr>
                        <a:t> and Year </a:t>
                      </a:r>
                      <a:endParaRPr lang="en-IN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IN" sz="1800" b="1" dirty="0">
                          <a:latin typeface="Times New Roman" pitchFamily="18" charset="0"/>
                          <a:cs typeface="Times New Roman" pitchFamily="18" charset="0"/>
                        </a:rPr>
                        <a:t>(chronological order)</a:t>
                      </a:r>
                      <a:endParaRPr lang="en-IN" sz="1800" b="1" dirty="0">
                        <a:latin typeface="Times New Roman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</a:txBody>
                  <a:tcPr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Methodology/</a:t>
                      </a:r>
                    </a:p>
                    <a:p>
                      <a:pPr algn="ctr"/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Materials and Methods</a:t>
                      </a:r>
                      <a:endParaRPr lang="en-IN" sz="1800" b="1" dirty="0">
                        <a:latin typeface="Times New Roman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</a:txBody>
                  <a:tcPr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Times New Roman" pitchFamily="18" charset="0"/>
                          <a:ea typeface="Cambria" panose="02040503050406030204" pitchFamily="18" charset="0"/>
                          <a:cs typeface="Times New Roman" pitchFamily="18" charset="0"/>
                        </a:rPr>
                        <a:t>Datasets</a:t>
                      </a:r>
                    </a:p>
                  </a:txBody>
                  <a:tcPr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Results/Outcome </a:t>
                      </a:r>
                      <a:endParaRPr lang="en-IN" sz="1800" b="1" dirty="0">
                        <a:latin typeface="Times New Roman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</a:txBody>
                  <a:tcPr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Advantage /</a:t>
                      </a:r>
                      <a:r>
                        <a:rPr lang="en-US" sz="1800" b="1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Key findings from the work</a:t>
                      </a:r>
                      <a:endParaRPr lang="en-IN" sz="1800" b="1" dirty="0">
                        <a:latin typeface="Times New Roman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</a:txBody>
                  <a:tcPr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Disadvantage/</a:t>
                      </a:r>
                      <a:r>
                        <a:rPr lang="en-US" sz="1800" b="1" baseline="0" dirty="0">
                          <a:latin typeface="Times New Roman" pitchFamily="18" charset="0"/>
                          <a:cs typeface="Times New Roman" pitchFamily="18" charset="0"/>
                        </a:rPr>
                        <a:t> GAP Identified from the work</a:t>
                      </a:r>
                      <a:endParaRPr lang="en-IN" sz="1800" b="1" dirty="0">
                        <a:latin typeface="Times New Roman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</a:txBody>
                  <a:tcPr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450901"/>
                  </a:ext>
                </a:extLst>
              </a:tr>
              <a:tr h="464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Vapnik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(1995)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 Vector Machine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performance on binary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 for high-dimensional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Slower on large datasets, hard to tune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1087268"/>
                  </a:ext>
                </a:extLst>
              </a:tr>
              <a:tr h="352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Breiman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(2001)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accuracy, handles noise well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Works well with tabular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Black-box model, needs SHAP for 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9686007"/>
                  </a:ext>
                </a:extLst>
              </a:tr>
              <a:tr h="3813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Yin et al. (2017)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belief network for intrusion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KDD Cup 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 detection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handle high-dimensional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Older dataset, no explainability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3057107"/>
                  </a:ext>
                </a:extLst>
              </a:tr>
              <a:tr h="3813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Lundberg &amp; Lee (2017)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SHAP values for model interpretation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Unified explainability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Works with any ML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Computationally expensive for large datasets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0336623"/>
                  </a:ext>
                </a:extLst>
              </a:tr>
              <a:tr h="3813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Sharafaldin et al. (2018)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Collected and labelled network traffic for multiple attack types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CICIDS 2017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Created a benchmark dataset with 15 attack types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 realistic modern IDS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include detection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5676928"/>
                  </a:ext>
                </a:extLst>
              </a:tr>
              <a:tr h="3813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Mirsky et al. (2018)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Kitsune — network anomaly detection using autoencoders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 traffic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anomalies without labelled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Unsupervised, plug-and-play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accuracy than supervised methods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5870666"/>
                  </a:ext>
                </a:extLst>
              </a:tr>
              <a:tr h="3813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Khraisat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 (2019)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of IDS techniques including signature, anomaly, hybrid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Compared strengths of each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Comprehensive overview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implementation or comparison on single dataset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729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1427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4234B07-EE85-A9DF-DD02-44BEBEA04D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5731859"/>
              </p:ext>
            </p:extLst>
          </p:nvPr>
        </p:nvGraphicFramePr>
        <p:xfrm>
          <a:off x="214313" y="192881"/>
          <a:ext cx="11765754" cy="64079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33616722"/>
                    </a:ext>
                  </a:extLst>
                </a:gridCol>
                <a:gridCol w="2343150">
                  <a:extLst>
                    <a:ext uri="{9D8B030D-6E8A-4147-A177-3AD203B41FA5}">
                      <a16:colId xmlns:a16="http://schemas.microsoft.com/office/drawing/2014/main" val="3836579317"/>
                    </a:ext>
                  </a:extLst>
                </a:gridCol>
                <a:gridCol w="1207293">
                  <a:extLst>
                    <a:ext uri="{9D8B030D-6E8A-4147-A177-3AD203B41FA5}">
                      <a16:colId xmlns:a16="http://schemas.microsoft.com/office/drawing/2014/main" val="3907451992"/>
                    </a:ext>
                  </a:extLst>
                </a:gridCol>
                <a:gridCol w="2357438">
                  <a:extLst>
                    <a:ext uri="{9D8B030D-6E8A-4147-A177-3AD203B41FA5}">
                      <a16:colId xmlns:a16="http://schemas.microsoft.com/office/drawing/2014/main" val="1237126195"/>
                    </a:ext>
                  </a:extLst>
                </a:gridCol>
                <a:gridCol w="2068114">
                  <a:extLst>
                    <a:ext uri="{9D8B030D-6E8A-4147-A177-3AD203B41FA5}">
                      <a16:colId xmlns:a16="http://schemas.microsoft.com/office/drawing/2014/main" val="3100322083"/>
                    </a:ext>
                  </a:extLst>
                </a:gridCol>
                <a:gridCol w="1960959">
                  <a:extLst>
                    <a:ext uri="{9D8B030D-6E8A-4147-A177-3AD203B41FA5}">
                      <a16:colId xmlns:a16="http://schemas.microsoft.com/office/drawing/2014/main" val="3509368527"/>
                    </a:ext>
                  </a:extLst>
                </a:gridCol>
              </a:tblGrid>
              <a:tr h="922298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Times New Roman" pitchFamily="18" charset="0"/>
                          <a:cs typeface="Times New Roman" pitchFamily="18" charset="0"/>
                        </a:rPr>
                        <a:t>Author</a:t>
                      </a:r>
                      <a:r>
                        <a:rPr lang="en-IN" sz="1800" b="1" baseline="0" dirty="0">
                          <a:latin typeface="Times New Roman" pitchFamily="18" charset="0"/>
                          <a:cs typeface="Times New Roman" pitchFamily="18" charset="0"/>
                        </a:rPr>
                        <a:t> and Year </a:t>
                      </a:r>
                      <a:endParaRPr lang="en-IN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IN" sz="1800" b="1" dirty="0">
                          <a:latin typeface="Times New Roman" pitchFamily="18" charset="0"/>
                          <a:cs typeface="Times New Roman" pitchFamily="18" charset="0"/>
                        </a:rPr>
                        <a:t>(chronological order)</a:t>
                      </a:r>
                      <a:endParaRPr lang="en-IN" sz="1800" b="1" dirty="0">
                        <a:latin typeface="Times New Roman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</a:txBody>
                  <a:tcPr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Methodology/</a:t>
                      </a:r>
                    </a:p>
                    <a:p>
                      <a:pPr algn="ctr"/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Materials and Methods</a:t>
                      </a:r>
                      <a:endParaRPr lang="en-IN" sz="1800" b="1" dirty="0">
                        <a:latin typeface="Times New Roman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</a:txBody>
                  <a:tcPr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Times New Roman" pitchFamily="18" charset="0"/>
                          <a:ea typeface="Cambria" panose="02040503050406030204" pitchFamily="18" charset="0"/>
                          <a:cs typeface="Times New Roman" pitchFamily="18" charset="0"/>
                        </a:rPr>
                        <a:t>Datasets</a:t>
                      </a:r>
                    </a:p>
                  </a:txBody>
                  <a:tcPr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Results/Outcome </a:t>
                      </a:r>
                      <a:endParaRPr lang="en-IN" sz="1800" b="1" dirty="0">
                        <a:latin typeface="Times New Roman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</a:txBody>
                  <a:tcPr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Advantage /</a:t>
                      </a:r>
                      <a:r>
                        <a:rPr lang="en-US" sz="1800" b="1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Key findings from the work</a:t>
                      </a:r>
                      <a:endParaRPr lang="en-IN" sz="1800" b="1" dirty="0">
                        <a:latin typeface="Times New Roman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</a:txBody>
                  <a:tcPr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Disadvantage/</a:t>
                      </a:r>
                      <a:r>
                        <a:rPr lang="en-US" sz="1800" b="1" baseline="0" dirty="0">
                          <a:latin typeface="Times New Roman" pitchFamily="18" charset="0"/>
                          <a:cs typeface="Times New Roman" pitchFamily="18" charset="0"/>
                        </a:rPr>
                        <a:t> GAP Identified from the work</a:t>
                      </a:r>
                      <a:endParaRPr lang="en-IN" sz="1800" b="1" dirty="0">
                        <a:latin typeface="Times New Roman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</a:txBody>
                  <a:tcPr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797217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Ferrag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 (2020)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models for intrusion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NSL-KDD, CICIDS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accuracy with CNN and 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 accuracy results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cost, lacks explainability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6613724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 &amp; Guestrin (2016)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Gradient boosted trees (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 and more accurate than traditional boosting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for tabular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specifically applied to cybersecurity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1866664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Devlin et al. (2019)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 — bidirectional transformer for NLP tasks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State-of-the-art NLP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language understanding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model size, slow inference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9833497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Liu et al. (2019)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 — improved BERT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than BERT on most NLP benchmarks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robust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more compute than BERT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998966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Faker &amp;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Dogdu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(2019)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and other classifiers on NSL-KDD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NSL-KDD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 achieved 99%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and effective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is outdated compared to CICIDS 2017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3367630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Ring et al. (2019)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of network-based IDS datasets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Evaluated 35 datasets for IDS research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 reference for dataset selection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new model proposed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6699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7984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E2DAEA8-2CEA-6168-69AB-48F549F77E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2040222"/>
              </p:ext>
            </p:extLst>
          </p:nvPr>
        </p:nvGraphicFramePr>
        <p:xfrm>
          <a:off x="321469" y="278607"/>
          <a:ext cx="11518105" cy="28488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43075">
                  <a:extLst>
                    <a:ext uri="{9D8B030D-6E8A-4147-A177-3AD203B41FA5}">
                      <a16:colId xmlns:a16="http://schemas.microsoft.com/office/drawing/2014/main" val="1649776550"/>
                    </a:ext>
                  </a:extLst>
                </a:gridCol>
                <a:gridCol w="2264569">
                  <a:extLst>
                    <a:ext uri="{9D8B030D-6E8A-4147-A177-3AD203B41FA5}">
                      <a16:colId xmlns:a16="http://schemas.microsoft.com/office/drawing/2014/main" val="1213718828"/>
                    </a:ext>
                  </a:extLst>
                </a:gridCol>
                <a:gridCol w="1321593">
                  <a:extLst>
                    <a:ext uri="{9D8B030D-6E8A-4147-A177-3AD203B41FA5}">
                      <a16:colId xmlns:a16="http://schemas.microsoft.com/office/drawing/2014/main" val="2364013966"/>
                    </a:ext>
                  </a:extLst>
                </a:gridCol>
                <a:gridCol w="2271713">
                  <a:extLst>
                    <a:ext uri="{9D8B030D-6E8A-4147-A177-3AD203B41FA5}">
                      <a16:colId xmlns:a16="http://schemas.microsoft.com/office/drawing/2014/main" val="3252713014"/>
                    </a:ext>
                  </a:extLst>
                </a:gridCol>
                <a:gridCol w="1997471">
                  <a:extLst>
                    <a:ext uri="{9D8B030D-6E8A-4147-A177-3AD203B41FA5}">
                      <a16:colId xmlns:a16="http://schemas.microsoft.com/office/drawing/2014/main" val="487152419"/>
                    </a:ext>
                  </a:extLst>
                </a:gridCol>
                <a:gridCol w="1919684">
                  <a:extLst>
                    <a:ext uri="{9D8B030D-6E8A-4147-A177-3AD203B41FA5}">
                      <a16:colId xmlns:a16="http://schemas.microsoft.com/office/drawing/2014/main" val="1785842545"/>
                    </a:ext>
                  </a:extLst>
                </a:gridCol>
              </a:tblGrid>
              <a:tr h="1038755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Times New Roman" pitchFamily="18" charset="0"/>
                          <a:cs typeface="Times New Roman" pitchFamily="18" charset="0"/>
                        </a:rPr>
                        <a:t>Author</a:t>
                      </a:r>
                      <a:r>
                        <a:rPr lang="en-IN" sz="1800" b="1" baseline="0" dirty="0">
                          <a:latin typeface="Times New Roman" pitchFamily="18" charset="0"/>
                          <a:cs typeface="Times New Roman" pitchFamily="18" charset="0"/>
                        </a:rPr>
                        <a:t> and Year </a:t>
                      </a:r>
                      <a:endParaRPr lang="en-IN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IN" sz="1800" b="1" dirty="0">
                          <a:latin typeface="Times New Roman" pitchFamily="18" charset="0"/>
                          <a:cs typeface="Times New Roman" pitchFamily="18" charset="0"/>
                        </a:rPr>
                        <a:t>(chronological order)</a:t>
                      </a:r>
                      <a:endParaRPr lang="en-IN" sz="1800" b="1" dirty="0">
                        <a:latin typeface="Times New Roman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</a:txBody>
                  <a:tcPr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Methodology/</a:t>
                      </a:r>
                    </a:p>
                    <a:p>
                      <a:pPr algn="ctr"/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Materials and Methods</a:t>
                      </a:r>
                      <a:endParaRPr lang="en-IN" sz="1800" b="1" dirty="0">
                        <a:latin typeface="Times New Roman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</a:txBody>
                  <a:tcPr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Times New Roman" pitchFamily="18" charset="0"/>
                          <a:ea typeface="Cambria" panose="02040503050406030204" pitchFamily="18" charset="0"/>
                          <a:cs typeface="Times New Roman" pitchFamily="18" charset="0"/>
                        </a:rPr>
                        <a:t>Datasets</a:t>
                      </a:r>
                    </a:p>
                  </a:txBody>
                  <a:tcPr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Results/Outcome </a:t>
                      </a:r>
                      <a:endParaRPr lang="en-IN" sz="1800" b="1" dirty="0">
                        <a:latin typeface="Times New Roman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</a:txBody>
                  <a:tcPr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Advantage /</a:t>
                      </a:r>
                      <a:r>
                        <a:rPr lang="en-US" sz="1800" b="1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Key findings from the work</a:t>
                      </a:r>
                      <a:endParaRPr lang="en-IN" sz="1800" b="1" dirty="0">
                        <a:latin typeface="Times New Roman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</a:txBody>
                  <a:tcPr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Disadvantage/</a:t>
                      </a:r>
                      <a:r>
                        <a:rPr lang="en-US" sz="1800" b="1" baseline="0" dirty="0">
                          <a:latin typeface="Times New Roman" pitchFamily="18" charset="0"/>
                          <a:cs typeface="Times New Roman" pitchFamily="18" charset="0"/>
                        </a:rPr>
                        <a:t> GAP Identified from the work</a:t>
                      </a:r>
                      <a:endParaRPr lang="en-IN" sz="1800" b="1" dirty="0">
                        <a:latin typeface="Times New Roman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</a:txBody>
                  <a:tcPr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36677"/>
                  </a:ext>
                </a:extLst>
              </a:tr>
              <a:tr h="841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Abdulhammed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 (2019)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selection using machine learning on CICIDS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CICIDS 2017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accuracy with selected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training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attack categories tested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8528294"/>
                  </a:ext>
                </a:extLst>
              </a:tr>
              <a:tr h="841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Zhao et al.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of large language models and their capabilities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Comprehensive overview of LLM capabilities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Covers latest LLM developments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applied to cybersecurity specifically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7852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3856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4ACA9-4619-EE0D-3591-C68F92D78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64" y="153989"/>
            <a:ext cx="10515600" cy="538955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OF EXISTING SYSTEM</a:t>
            </a:r>
            <a:endParaRPr lang="en-IN" sz="280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54F4004-4065-5D45-5E05-820B304C54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8267823"/>
              </p:ext>
            </p:extLst>
          </p:nvPr>
        </p:nvGraphicFramePr>
        <p:xfrm>
          <a:off x="195264" y="992981"/>
          <a:ext cx="11801472" cy="44834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62136">
                  <a:extLst>
                    <a:ext uri="{9D8B030D-6E8A-4147-A177-3AD203B41FA5}">
                      <a16:colId xmlns:a16="http://schemas.microsoft.com/office/drawing/2014/main" val="928542445"/>
                    </a:ext>
                  </a:extLst>
                </a:gridCol>
                <a:gridCol w="2157413">
                  <a:extLst>
                    <a:ext uri="{9D8B030D-6E8A-4147-A177-3AD203B41FA5}">
                      <a16:colId xmlns:a16="http://schemas.microsoft.com/office/drawing/2014/main" val="2268844948"/>
                    </a:ext>
                  </a:extLst>
                </a:gridCol>
                <a:gridCol w="1421606">
                  <a:extLst>
                    <a:ext uri="{9D8B030D-6E8A-4147-A177-3AD203B41FA5}">
                      <a16:colId xmlns:a16="http://schemas.microsoft.com/office/drawing/2014/main" val="97647361"/>
                    </a:ext>
                  </a:extLst>
                </a:gridCol>
                <a:gridCol w="2426493">
                  <a:extLst>
                    <a:ext uri="{9D8B030D-6E8A-4147-A177-3AD203B41FA5}">
                      <a16:colId xmlns:a16="http://schemas.microsoft.com/office/drawing/2014/main" val="3093660381"/>
                    </a:ext>
                  </a:extLst>
                </a:gridCol>
                <a:gridCol w="1859757">
                  <a:extLst>
                    <a:ext uri="{9D8B030D-6E8A-4147-A177-3AD203B41FA5}">
                      <a16:colId xmlns:a16="http://schemas.microsoft.com/office/drawing/2014/main" val="3938184536"/>
                    </a:ext>
                  </a:extLst>
                </a:gridCol>
                <a:gridCol w="2074067">
                  <a:extLst>
                    <a:ext uri="{9D8B030D-6E8A-4147-A177-3AD203B41FA5}">
                      <a16:colId xmlns:a16="http://schemas.microsoft.com/office/drawing/2014/main" val="2129470993"/>
                    </a:ext>
                  </a:extLst>
                </a:gridCol>
              </a:tblGrid>
              <a:tr h="988219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Times New Roman" pitchFamily="18" charset="0"/>
                          <a:cs typeface="Times New Roman" pitchFamily="18" charset="0"/>
                        </a:rPr>
                        <a:t>Author</a:t>
                      </a:r>
                      <a:r>
                        <a:rPr lang="en-IN" sz="1800" b="1" baseline="0" dirty="0">
                          <a:latin typeface="Times New Roman" pitchFamily="18" charset="0"/>
                          <a:cs typeface="Times New Roman" pitchFamily="18" charset="0"/>
                        </a:rPr>
                        <a:t> /Developer </a:t>
                      </a:r>
                    </a:p>
                    <a:p>
                      <a:pPr algn="ctr"/>
                      <a:r>
                        <a:rPr lang="en-IN" sz="1800" b="1" baseline="0" dirty="0">
                          <a:latin typeface="Times New Roman" pitchFamily="18" charset="0"/>
                          <a:cs typeface="Times New Roman" pitchFamily="18" charset="0"/>
                        </a:rPr>
                        <a:t>Year </a:t>
                      </a:r>
                      <a:endParaRPr lang="en-IN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IN" sz="1800" b="1" dirty="0">
                          <a:latin typeface="Times New Roman" pitchFamily="18" charset="0"/>
                          <a:cs typeface="Times New Roman" pitchFamily="18" charset="0"/>
                        </a:rPr>
                        <a:t>(chronological order)</a:t>
                      </a:r>
                      <a:endParaRPr lang="en-IN" sz="1800" b="1" dirty="0">
                        <a:latin typeface="Times New Roman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</a:txBody>
                  <a:tcPr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Methodology/</a:t>
                      </a:r>
                    </a:p>
                    <a:p>
                      <a:pPr algn="ctr"/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Materials and Methods</a:t>
                      </a:r>
                      <a:endParaRPr lang="en-IN" sz="1800" b="1" dirty="0">
                        <a:latin typeface="Times New Roman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</a:txBody>
                  <a:tcPr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Times New Roman" pitchFamily="18" charset="0"/>
                          <a:ea typeface="Cambria" panose="02040503050406030204" pitchFamily="18" charset="0"/>
                          <a:cs typeface="Times New Roman" pitchFamily="18" charset="0"/>
                        </a:rPr>
                        <a:t>Datasets</a:t>
                      </a:r>
                    </a:p>
                  </a:txBody>
                  <a:tcPr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Results/Outcome </a:t>
                      </a:r>
                      <a:endParaRPr lang="en-IN" sz="1800" b="1" dirty="0">
                        <a:latin typeface="Times New Roman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</a:txBody>
                  <a:tcPr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Advantage /</a:t>
                      </a:r>
                      <a:r>
                        <a:rPr lang="en-US" sz="1800" b="1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Key findings from the work</a:t>
                      </a:r>
                      <a:endParaRPr lang="en-IN" sz="1800" b="1" dirty="0">
                        <a:latin typeface="Times New Roman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</a:txBody>
                  <a:tcPr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Disadvantage/</a:t>
                      </a:r>
                      <a:r>
                        <a:rPr lang="en-US" sz="1800" b="1" baseline="0" dirty="0">
                          <a:latin typeface="Times New Roman" pitchFamily="18" charset="0"/>
                          <a:cs typeface="Times New Roman" pitchFamily="18" charset="0"/>
                        </a:rPr>
                        <a:t> GAP Identified from the work</a:t>
                      </a:r>
                      <a:endParaRPr lang="en-IN" sz="1800" b="1" dirty="0">
                        <a:latin typeface="Times New Roman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</a:txBody>
                  <a:tcPr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412002"/>
                  </a:ext>
                </a:extLst>
              </a:tr>
              <a:tr h="9882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Snort (Cisco) 1998–present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Signature-based rule matching on network traffic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 network traffic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known attacks accurately in real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Free, open source, widely used in industry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Cannot detect unknown or new attack types — no ML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7989169"/>
                  </a:ext>
                </a:extLst>
              </a:tr>
              <a:tr h="9882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Suricata 2010–present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Signature + protocol analysis, multi-threaded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 network traffic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 detection than Snort with multi-threading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performance than Snort, still free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Still rule-based, no machine learning, misses novel attacks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3924978"/>
                  </a:ext>
                </a:extLst>
              </a:tr>
              <a:tr h="9882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Darktrace 2013–present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Unsupervised ML for anomaly detection on live traffic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Live enterprise network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Self-learning system that detects threats without manual rules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need for manual rule configuration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Expensive, closed source, no explainability — black box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9712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80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59378-B293-D146-0AAD-C3133AB2DC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837" y="278606"/>
            <a:ext cx="9144000" cy="507206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8F72A6-61FA-16BD-010A-046501136F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837" y="1042988"/>
            <a:ext cx="11749088" cy="5029200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Network attacks are becoming more frequent, but existing tools like Snort and Suricata can only detect known attacks using fixed rules, and AI-based systems like Darktrace lack explainability.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So this project builds an ML-based intrusion detection system that not only detects multiple attack types accurately but also explains its decisions using SHAP and summarises alerts in plain English using an LLM.</a:t>
            </a:r>
          </a:p>
        </p:txBody>
      </p:sp>
    </p:spTree>
    <p:extLst>
      <p:ext uri="{BB962C8B-B14F-4D97-AF65-F5344CB8AC3E}">
        <p14:creationId xmlns:p14="http://schemas.microsoft.com/office/powerpoint/2010/main" val="2731119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BD7ED-B65B-C083-931A-76258E7FCD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984" y="72232"/>
            <a:ext cx="9144000" cy="620712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8270EC-DF71-CB9C-5F5E-2958FF9EC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5984" y="778669"/>
            <a:ext cx="11680032" cy="5600700"/>
          </a:xfrm>
        </p:spPr>
        <p:txBody>
          <a:bodyPr>
            <a:noAutofit/>
          </a:bodyPr>
          <a:lstStyle/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1: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multi-class network intrusion detection system using the CICIDS 2017 dataset that classifies traffic into normal and attack categories with a minimum accuracy of 92%.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2: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three ML classifiers — Random Forest,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SVM — and identify the best model based on accuracy, F1-score, and ROC-AUC.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3: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SHAP to explain which network traffic features influence each classification decision, making the model transparent and interpretable.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4: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an LLM that reads detection alerts and generates simple, readable summaries with suggested response actions.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5: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deploy the complete system as an interactive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for real-time network threat monitoring.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704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7C178-520F-601E-FA5D-F9337DD0FB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494" y="0"/>
            <a:ext cx="4493419" cy="520699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 DIAGRAM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8A8FEB-6AC7-77C1-8D81-636AAC95E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913" y="0"/>
            <a:ext cx="6284120" cy="7036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583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BFC3E-F452-B4C4-E2D6-308A4BC156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2419" y="72231"/>
            <a:ext cx="9144000" cy="520700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sz="2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974E55C-4F0A-4CAE-9256-A82CD0446A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646162"/>
              </p:ext>
            </p:extLst>
          </p:nvPr>
        </p:nvGraphicFramePr>
        <p:xfrm>
          <a:off x="302419" y="592932"/>
          <a:ext cx="11684795" cy="5907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725">
                  <a:extLst>
                    <a:ext uri="{9D8B030D-6E8A-4147-A177-3AD203B41FA5}">
                      <a16:colId xmlns:a16="http://schemas.microsoft.com/office/drawing/2014/main" val="2925924068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141914729"/>
                    </a:ext>
                  </a:extLst>
                </a:gridCol>
                <a:gridCol w="3779044">
                  <a:extLst>
                    <a:ext uri="{9D8B030D-6E8A-4147-A177-3AD203B41FA5}">
                      <a16:colId xmlns:a16="http://schemas.microsoft.com/office/drawing/2014/main" val="2549802955"/>
                    </a:ext>
                  </a:extLst>
                </a:gridCol>
                <a:gridCol w="2607468">
                  <a:extLst>
                    <a:ext uri="{9D8B030D-6E8A-4147-A177-3AD203B41FA5}">
                      <a16:colId xmlns:a16="http://schemas.microsoft.com/office/drawing/2014/main" val="1496605997"/>
                    </a:ext>
                  </a:extLst>
                </a:gridCol>
                <a:gridCol w="1935958">
                  <a:extLst>
                    <a:ext uri="{9D8B030D-6E8A-4147-A177-3AD203B41FA5}">
                      <a16:colId xmlns:a16="http://schemas.microsoft.com/office/drawing/2014/main" val="1481777172"/>
                    </a:ext>
                  </a:extLst>
                </a:gridCol>
              </a:tblGrid>
              <a:tr h="798475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itchFamily="18" charset="0"/>
                          <a:cs typeface="Times New Roman" pitchFamily="18" charset="0"/>
                        </a:rPr>
                        <a:t>#</a:t>
                      </a:r>
                    </a:p>
                  </a:txBody>
                  <a:tcPr marT="34290" marB="3429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itchFamily="18" charset="0"/>
                          <a:cs typeface="Times New Roman" pitchFamily="18" charset="0"/>
                        </a:rPr>
                        <a:t>Modules </a:t>
                      </a:r>
                    </a:p>
                  </a:txBody>
                  <a:tcPr marT="34290" marB="3429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itchFamily="18" charset="0"/>
                          <a:cs typeface="Times New Roman" pitchFamily="18" charset="0"/>
                        </a:rPr>
                        <a:t>Methodology/</a:t>
                      </a:r>
                    </a:p>
                    <a:p>
                      <a:pPr algn="ctr"/>
                      <a:r>
                        <a:rPr lang="en-GB" sz="1800" b="1" dirty="0">
                          <a:latin typeface="Times New Roman" pitchFamily="18" charset="0"/>
                          <a:cs typeface="Times New Roman" pitchFamily="18" charset="0"/>
                        </a:rPr>
                        <a:t>Algorithm</a:t>
                      </a:r>
                    </a:p>
                  </a:txBody>
                  <a:tcPr marT="34290" marB="3429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itchFamily="18" charset="0"/>
                          <a:cs typeface="Times New Roman" pitchFamily="18" charset="0"/>
                        </a:rPr>
                        <a:t>Technologies</a:t>
                      </a:r>
                    </a:p>
                    <a:p>
                      <a:pPr algn="ctr"/>
                      <a:r>
                        <a:rPr lang="en-GB" sz="1800" b="1" dirty="0">
                          <a:latin typeface="Times New Roman" pitchFamily="18" charset="0"/>
                          <a:cs typeface="Times New Roman" pitchFamily="18" charset="0"/>
                        </a:rPr>
                        <a:t>(H/W and S/W)</a:t>
                      </a:r>
                    </a:p>
                  </a:txBody>
                  <a:tcPr marT="34290" marB="3429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itchFamily="18" charset="0"/>
                          <a:cs typeface="Times New Roman" pitchFamily="18" charset="0"/>
                        </a:rPr>
                        <a:t>Implementation </a:t>
                      </a:r>
                    </a:p>
                  </a:txBody>
                  <a:tcPr marT="34290" marB="3429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990688"/>
                  </a:ext>
                </a:extLst>
              </a:tr>
              <a:tr h="926726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Missing value removal, MinMaxScaler, Label Encoding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Python, Pandas, NumPy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846996"/>
                  </a:ext>
                </a:extLst>
              </a:tr>
              <a:tr h="926726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Selection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Correlation matrix, Feature importance ranking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Scikit-learn, Seaborn, Matplotlib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532235"/>
                  </a:ext>
                </a:extLst>
              </a:tr>
              <a:tr h="692976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Multi-Classifier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Forest,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Scikit-learn,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11609"/>
                  </a:ext>
                </a:extLst>
              </a:tr>
              <a:tr h="709525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Explainability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SHAP values, force plots, bar charts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SHAP library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599968"/>
                  </a:ext>
                </a:extLst>
              </a:tr>
              <a:tr h="926726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 Log Summariser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Prompt engineering, HuggingFace Transformers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HuggingFace API, 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Be Determined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8917506"/>
                  </a:ext>
                </a:extLst>
              </a:tr>
              <a:tr h="926726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Streamlit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 upload, chart display, summary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Streamlit, Matplotlib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Be Determined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2459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937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03468-BBCA-9F70-A5EA-EF8A29CAC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572" y="386557"/>
            <a:ext cx="4462463" cy="63500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05B5A-ABAC-8E6F-6A3A-CD13AF844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572" y="1253331"/>
            <a:ext cx="11422856" cy="4351338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trained and tested intrusion detection model with 92%+ classification accuracy on CICIDS 2017.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comparison table showing accuracy, F1-score, precision, recall, and ROC-AUC for all three classifiers.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feature importance charts showing which traffic features most influence attack classification.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LLM pipeline that reads alert logs and outputs readable threat summaries with response suggestions.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working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application where a user can upload traffic data and get detection results + summaries in real time.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fully documented GitHub repository with all code, notebooks, and trained models.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015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CB049-B5AA-1A1C-CE10-E83EE6F56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0813"/>
            <a:ext cx="10515600" cy="656431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7CA36-CF68-DFF5-CB27-EA65BBD01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889793"/>
            <a:ext cx="11341894" cy="5218113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 attacks are increasing and traditional IDS are not enough.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builds an ML-based IDS using Random Forest,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SVM to detect and classify network attacks.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makes the model explainable — not just a black box.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converts alerts into simple, readable summaries.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Everything is deployed as 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dashboard.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make intrusion detection smarter, explainable, and practical.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006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BF196-913A-D833-F7C4-32FEDA180B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3306" y="115094"/>
            <a:ext cx="5114926" cy="506412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AE61AD-47CE-BF78-9FAB-4AFC6B4616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4338" y="764381"/>
            <a:ext cx="11472862" cy="5493544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I.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Sharafaldin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H. Lashkari, and A. A. Ghorbani, "Toward generating a new intrusion detection dataset and intrusion traffic characterization," in Proc. ICISSP, 2018, pp. 108–116.</a:t>
            </a:r>
          </a:p>
          <a:p>
            <a:pPr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A.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Khraisat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 Gondal, P.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Vamplew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J.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Kamruzzaman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"Survey of intrusion detection systems: Techniques, datasets and challenges," Cybersecurity, vol. 2, no. 1, pp. 1–22, 2019.</a:t>
            </a:r>
          </a:p>
          <a:p>
            <a:pPr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M. A.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Ferrag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L. Maglaras, A.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Moschoyiannis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H. Janicke, "Deep learning for cyber security intrusion detection," J. Inf.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Appl., vol. 50, p. 102419, 2020.</a:t>
            </a:r>
          </a:p>
          <a:p>
            <a:pPr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T. Chen and C.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Guestrin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scalable tree boosting system," in Proc. KDD, 2016, pp. 785–794.</a:t>
            </a:r>
          </a:p>
          <a:p>
            <a:pPr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S. M. Lundberg and S. I. Lee, "A unified approach to interpreting model predictions," in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30, 2017, pp. 4765–4774.</a:t>
            </a:r>
          </a:p>
          <a:p>
            <a:pPr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Y. Mirsky, T.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Doitshman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Elovici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A. Shabtai, "Kitsune: An ensemble of autoencoders for online network intrusion detection," in Proc. NDSS, 2018.</a:t>
            </a:r>
          </a:p>
          <a:p>
            <a:pPr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O. Faker and E.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Dogdu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"Intrusion detection using big data and deep learning techniques," in Proc. ACM SE, 2019.</a:t>
            </a:r>
          </a:p>
          <a:p>
            <a:pPr algn="l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M. Ring et al., "A survey of network-based intrusion detection data sets,"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vol. 86, pp. 147–167, 2019.</a:t>
            </a:r>
          </a:p>
          <a:p>
            <a:pPr algn="l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R.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Abdulhammed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"Features dimensionality reduction for ML-based network intrusion detection," Electronics, vol. 8, no. 3, p. 322, 2019.</a:t>
            </a:r>
          </a:p>
        </p:txBody>
      </p:sp>
    </p:spTree>
    <p:extLst>
      <p:ext uri="{BB962C8B-B14F-4D97-AF65-F5344CB8AC3E}">
        <p14:creationId xmlns:p14="http://schemas.microsoft.com/office/powerpoint/2010/main" val="679878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A720FE-9FB7-9F25-5F2F-9916E1783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8606" y="235745"/>
            <a:ext cx="11665744" cy="446484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W. X. Zhao et al., "A survey of large language models," arXiv:2303.18223, 2023.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J. Devlin, M. Chang, K. Lee, and K. Toutanova, "BERT: Pre-training of deep bidirectional transformers," in Proc. NAACL-HLT, 2019, pp. 4171–4186.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Y. Liu et al., "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robustly optimized BERT pretraining approach," arXiv:1907.11692, 2019.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C. Yin, Y. Zhu, J. Fei, and X. He, "A deep learning approach for intrusion detection," IEEE Access, vol. 5, pp. 21954–21961, 2017.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 L.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Breiman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"Random forests," Mach. Learn., vol. 45, no. 1, pp. 5–32, 2001.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 V. N.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Vapnik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Nature of Statistical Learning Theory. New York: Springer, 1995.</a:t>
            </a:r>
          </a:p>
        </p:txBody>
      </p:sp>
    </p:spTree>
    <p:extLst>
      <p:ext uri="{BB962C8B-B14F-4D97-AF65-F5344CB8AC3E}">
        <p14:creationId xmlns:p14="http://schemas.microsoft.com/office/powerpoint/2010/main" val="3474318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4854C-225E-096B-974F-5C4FC4F4D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591" y="331787"/>
            <a:ext cx="3605212" cy="513556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A4278-2999-894C-CB64-8F7C75232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591" y="1042988"/>
            <a:ext cx="11122818" cy="427910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Kaggle – CICIDS 2017 Dataset. Available: https://www.kaggle.com/datasets/cicdataset/cicids2017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SHAP Documentation. Available: https://shap.readthedocs.io/en/latest/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HuggingFace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Transformers. Available: https://huggingface.co/docs/transformers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Documentation. Available: https://docs.streamlit.io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Snort IDS Official Site. Available: https://www.snort.org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Suricata IDS. Available: https://suricata.io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Scikit-learn Documentation. Available: https://scikit-learn.org/stable/</a:t>
            </a:r>
          </a:p>
        </p:txBody>
      </p:sp>
    </p:spTree>
    <p:extLst>
      <p:ext uri="{BB962C8B-B14F-4D97-AF65-F5344CB8AC3E}">
        <p14:creationId xmlns:p14="http://schemas.microsoft.com/office/powerpoint/2010/main" val="2663241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35C44-2560-C0F0-D8B1-38E24B49D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80229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1932</TotalTime>
  <Words>2027</Words>
  <Application>Microsoft Office PowerPoint</Application>
  <PresentationFormat>Widescreen</PresentationFormat>
  <Paragraphs>262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ML-Based Network Intrusion Detection System  CYB23IN201 Internship –II  First Review Date: 05/06/2026</vt:lpstr>
      <vt:lpstr>INTRODUCTION</vt:lpstr>
      <vt:lpstr>REVIEW OF LITERATURE  (Minimum 15 Works) </vt:lpstr>
      <vt:lpstr>PowerPoint Presentation</vt:lpstr>
      <vt:lpstr>PowerPoint Presentation</vt:lpstr>
      <vt:lpstr>REVIEW OF EXISTING SYSTEM</vt:lpstr>
      <vt:lpstr>PROBLEM STATEMENT</vt:lpstr>
      <vt:lpstr>OBJECTIVES</vt:lpstr>
      <vt:lpstr>WORKFLOW DIAGRAM</vt:lpstr>
      <vt:lpstr>MODULES</vt:lpstr>
      <vt:lpstr>EXPECTED OUTCOME</vt:lpstr>
      <vt:lpstr>CONCLUSION</vt:lpstr>
      <vt:lpstr>REFERENCES</vt:lpstr>
      <vt:lpstr>PowerPoint Presentation</vt:lpstr>
      <vt:lpstr>WEB 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Vaishali B</dc:creator>
  <cp:lastModifiedBy>Vaishali B</cp:lastModifiedBy>
  <cp:revision>1</cp:revision>
  <dcterms:created xsi:type="dcterms:W3CDTF">2026-05-29T20:04:20Z</dcterms:created>
  <dcterms:modified xsi:type="dcterms:W3CDTF">2026-06-05T08:21:22Z</dcterms:modified>
</cp:coreProperties>
</file>